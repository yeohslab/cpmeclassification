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505EA-CB64-66A9-CEE1-0374519EE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09E933-AA09-29A8-36AC-197A4915A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2A8FD-6C05-4BB9-CFC3-B1B67C32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FDDDDE-8A4E-0DD5-69B3-2F7D15C4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07AF1-27B6-5BDC-73C5-F015877E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62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0F284-BE5B-6AB8-89B8-D1C01DC9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C95E8B-A6F3-F2FC-F7B3-074581A21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E6420E-B7B8-33A9-98F3-EFC6887F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831ED5-88DF-95D3-9AA3-7F78E40C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B34649-1D59-0540-8DE5-7A0483BE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7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05D0C-0523-BD8C-B29B-0A376C43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9D0BF2-77E4-D3FB-30FA-6C72C31A7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0DF67-BD9D-A03C-B2B6-0EBBE381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AD179-EB96-532D-F0F2-C51C4B33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776D8-B4BD-4BEF-CFB1-C9A3B1B2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2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74447-BFDB-AE42-07E4-52A0E158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08AF92-1EB8-1F04-0BA9-3D3407DB4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928C5C-E2F2-5996-84E9-4676D099A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39383-0C4B-CD2F-5C90-CA61DB9A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F6895B-1537-EA49-8FD6-FBF683E3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9D523E-61D1-A7A0-5E4B-7149806F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79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A3E2F-5CFE-4060-C30E-2C9F584D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FE005C-2F7E-7A5B-34BE-9A10CA9C1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37D77B-9689-78E5-6EBC-3C2DAD499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239C34-62BC-C2F1-7125-0BBAAB5D3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AFB91B-8F32-9E9E-1CA4-CDC27CB35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4445BF-845C-6C30-BB91-5773D97E6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00E68F-6A86-D0B9-229D-3649AC26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F9C4FC-2CC5-384E-0834-807C85A1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21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1DCBC-0B87-B1E0-8B1C-47792EE0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F637AC-3BDC-7DEB-A2E5-DD0A861CC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511003-3B49-923D-7F38-452162B2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343E01-8735-1B39-C5FC-3981BB56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83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BEAC9C-B7C9-8D33-29E9-5B505F0A9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36E416-56B1-9DD7-0D60-3EABD2AE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B4D74-42D1-ADC0-5520-8BE3DEE1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778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4C02D-F968-E032-5493-288908900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5FAFC-838D-5A8C-3B8A-7C899CC7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A7C35-2BCF-A33B-BC5F-F39F3138E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72ABC9-3AC6-11DF-88DD-2FF51520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2E8DE-BABF-0262-9BD7-483649916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D07D5-F4E1-B13E-B98F-70F21011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BF464-AB1C-3A33-609B-03180B46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8EFA08-8C73-6B78-92C6-CA9BD40D7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9F5F88-62EC-E568-0FB3-7F1A784FF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47858B-9E6A-14EF-3E3C-119F4260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8EBFD2-68E9-B481-F3FF-EC620D084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1DD2C8-5BF1-59CB-9987-0E7050FE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91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4ACEB-0077-7FF3-AE90-AA0E28BE9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BF6B4E-5CE8-2DBD-7EDE-5C5C7B009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35BA1-030E-7931-E4F5-8E64761B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D359C-2DA5-3D4B-E10C-CFD9A8CA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1C5A24-AB07-5A99-AF71-92D76C54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00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9E72C7-E736-AB5D-ACD7-A963D83FA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78282B-4406-F2BF-B579-213DB6766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3F879F-EEAC-838C-5E3B-409595544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D3B567-008D-2BD1-8FA0-870CC5EA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44605-BE03-2696-5CFE-32EDBBC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73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C339A7-A096-AE5F-0C6E-F40EA901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22A2AC-FF79-929A-74AA-431869827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E5AA4-30BB-0D48-61E5-B2EF1A9A9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2FCF7-4F70-4F1D-AEBA-9978ED262B0F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8BE8F4-D010-40B9-923A-37A6D6B44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4F7B94-A5BC-3123-E1FE-D666CFCCB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B3446-EFE7-49E8-97E0-BD9B056A05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93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8212E99D-0301-5BE3-F819-D10495D9A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733800"/>
            <a:ext cx="12192000" cy="3048000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FC8314EE-5782-3AB9-60F9-C28942098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50813"/>
          </a:xfrm>
        </p:spPr>
        <p:txBody>
          <a:bodyPr>
            <a:normAutofit/>
          </a:bodyPr>
          <a:lstStyle/>
          <a:p>
            <a:r>
              <a:rPr lang="zh-CN" altLang="en-US" b="1" dirty="0"/>
              <a:t>情绪 与 </a:t>
            </a:r>
            <a:r>
              <a:rPr lang="en-US" altLang="zh-CN" b="1" dirty="0"/>
              <a:t>MBTI </a:t>
            </a:r>
            <a:r>
              <a:rPr lang="zh-CN" altLang="en-US" b="1" dirty="0"/>
              <a:t>推理项目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38A19CCC-7DA9-FDB0-9EC9-9531FF8E3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132681"/>
          </a:xfrm>
        </p:spPr>
        <p:txBody>
          <a:bodyPr/>
          <a:lstStyle/>
          <a:p>
            <a:pPr algn="r"/>
            <a:r>
              <a:rPr lang="en-US" altLang="zh-CN" dirty="0"/>
              <a:t>- </a:t>
            </a:r>
            <a:r>
              <a:rPr lang="zh-CN" altLang="en-US" dirty="0"/>
              <a:t>基于 </a:t>
            </a:r>
            <a:r>
              <a:rPr lang="en-US" altLang="zh-CN" dirty="0"/>
              <a:t>CPME </a:t>
            </a:r>
            <a:r>
              <a:rPr lang="zh-CN" altLang="en-US" dirty="0"/>
              <a:t>数据集</a:t>
            </a:r>
          </a:p>
        </p:txBody>
      </p:sp>
    </p:spTree>
    <p:extLst>
      <p:ext uri="{BB962C8B-B14F-4D97-AF65-F5344CB8AC3E}">
        <p14:creationId xmlns:p14="http://schemas.microsoft.com/office/powerpoint/2010/main" val="3697829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24EC8-C7B6-BAFA-2776-F732AAE6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项目功能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266A8-9266-ACA8-107E-3E549841B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58" y="1544928"/>
            <a:ext cx="8493999" cy="1524000"/>
          </a:xfrm>
        </p:spPr>
        <p:txBody>
          <a:bodyPr/>
          <a:lstStyle/>
          <a:p>
            <a:r>
              <a:rPr lang="zh-CN" altLang="en-US" dirty="0"/>
              <a:t>帖子级情绪理解</a:t>
            </a:r>
            <a:endParaRPr lang="en-US" altLang="zh-CN" dirty="0"/>
          </a:p>
          <a:p>
            <a:pPr lvl="1"/>
            <a:r>
              <a:rPr lang="zh-CN" altLang="en-US" dirty="0"/>
              <a:t>给定一条微博风格短文，估计其在六个情绪维度上的强度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1B93017-E301-8A45-C9DA-AB45CFB12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349" y="1545715"/>
            <a:ext cx="1524000" cy="1524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B156577-F573-ADC9-E6CE-DD7E11EF6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275537"/>
            <a:ext cx="6450147" cy="267858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4375AA63-C706-9965-3820-1C10B61CD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275538"/>
            <a:ext cx="5357164" cy="26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9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2356-AB6E-9FA9-5DF8-EEF7FBDC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662FF-DEC7-67A0-EE99-A9B51CE4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项目功能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59D6A-44F7-BE18-98A8-15D9CD59D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58" y="1544928"/>
            <a:ext cx="8493999" cy="1524000"/>
          </a:xfrm>
        </p:spPr>
        <p:txBody>
          <a:bodyPr/>
          <a:lstStyle/>
          <a:p>
            <a:r>
              <a:rPr lang="zh-CN" altLang="en-US" dirty="0"/>
              <a:t>用户级</a:t>
            </a:r>
            <a:r>
              <a:rPr lang="en-US" altLang="zh-CN" dirty="0"/>
              <a:t>MBTI</a:t>
            </a:r>
            <a:r>
              <a:rPr lang="zh-CN" altLang="en-US" dirty="0"/>
              <a:t>倾向分类</a:t>
            </a:r>
          </a:p>
          <a:p>
            <a:pPr lvl="1"/>
            <a:r>
              <a:rPr lang="zh-CN" altLang="en-US" dirty="0"/>
              <a:t>给定同一用户的多条历史帖子（通常</a:t>
            </a:r>
            <a:r>
              <a:rPr lang="en-US" altLang="zh-CN" dirty="0"/>
              <a:t>8–16</a:t>
            </a:r>
            <a:r>
              <a:rPr lang="zh-CN" altLang="en-US" dirty="0"/>
              <a:t>条），预测其</a:t>
            </a:r>
            <a:r>
              <a:rPr lang="en-US" altLang="zh-CN" dirty="0"/>
              <a:t>MBTI</a:t>
            </a:r>
            <a:r>
              <a:rPr lang="zh-CN" altLang="en-US" dirty="0"/>
              <a:t>四字母类型</a:t>
            </a:r>
          </a:p>
          <a:p>
            <a:endParaRPr lang="en-US" altLang="zh-CN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7223A501-3C0A-E4A6-724C-875A445C4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6349" y="1545715"/>
            <a:ext cx="1524000" cy="1524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293FFE-BD6F-0E1B-DA27-3A4DEDD9A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657" y="2876172"/>
            <a:ext cx="5591081" cy="36167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A9888CD-744D-1A1A-D89D-5AA4D6E69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1535"/>
            <a:ext cx="53530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5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F8F427-C68A-C6DF-9CF4-1A1FF70A6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862" y="0"/>
            <a:ext cx="13727723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142859C-FC5A-CDE3-69C9-2EFC9B012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626" y="3818535"/>
            <a:ext cx="2495702" cy="24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9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60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情绪 与 MBTI 推理项目</vt:lpstr>
      <vt:lpstr>项目功能</vt:lpstr>
      <vt:lpstr>项目功能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 Tian</dc:creator>
  <cp:lastModifiedBy>Yang Tian</cp:lastModifiedBy>
  <cp:revision>1</cp:revision>
  <dcterms:created xsi:type="dcterms:W3CDTF">2026-05-29T02:38:55Z</dcterms:created>
  <dcterms:modified xsi:type="dcterms:W3CDTF">2026-05-29T03:22:16Z</dcterms:modified>
</cp:coreProperties>
</file>